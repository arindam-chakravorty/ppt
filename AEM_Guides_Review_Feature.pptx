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B1C24"/>
                </a:solidFill>
              </a:rPr>
              <a:t>Adobe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Experience Manager Guides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2E"/>
                </a:solidFill>
              </a:rPr>
              <a:t>Review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93008"/>
            <a:ext cx="4572000" cy="457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A complete walkthrough of the collaborative review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99"/>
                </a:solidFill>
              </a:rPr>
              <a:t>Source: Adobe Experience League – AEM Guides User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experienceleague.adobe.com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Topics covered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Introduction to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4288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Create a DITA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99815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455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Send Topics for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96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95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Review Topics (Reviewer's Perspective)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53712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994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451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Reassign Review Task Using Notification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949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Complete the Review Task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Address Review Comments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04288"/>
            <a:ext cx="5029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50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Close a Review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054096"/>
            <a:ext cx="5029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099815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1455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Manage Review Tasks – Review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03904"/>
            <a:ext cx="5029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496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895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View a Completed Review Task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53712"/>
            <a:ext cx="5029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5994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Understanding Review Notifications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to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AEM Guides provides a comprehensive review feature to simplify the process of reviewing technical documents.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5394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53949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For Authors / Initiators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Create DITA projects for review workflows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Send one or more topics in a single review task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Select topics based on latest version, date, label, or baseline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Share updated topic versions from the Review Dashboard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Access comments made on different versions of a topic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Tag users in comments; tagged users get AEM &amp; email notifications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Group and filter comments by topic version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Automatically import comments into the reviewed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48840"/>
            <a:ext cx="57607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48840"/>
            <a:ext cx="57607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For Reviewers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60320"/>
            <a:ext cx="5486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View all topics in a composite or individual topic view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Use commenting tools: insert, delete, highlight, add notes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Attach files to review comments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Reply to comments and tag other reviewers or the author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Download comment attachments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Use the Review Panel to add or respond to comments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See which version of a topic is under review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Receive notifications when a review task is assigned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Create a DITA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authoring-create-dita-project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636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508760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58191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 the Projects console at http://&lt;server&gt;:&lt;port&gt;/projects.html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85415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185415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25856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Select Create &gt; Project to launch the Create Project wizard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62072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169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862072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93522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Select the DITA Project template and click Next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38727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59359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538727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3611879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On the Basic tab: enter Title, Description, Due Date, and an optional Thumbnail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15383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7024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4215383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288536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Add users by selecting the user and assigning a role: Authors, Reviewers, or Publishers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4690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4892040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496519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On the Advanced tab: provide a project Name (used in the project URL)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68696"/>
            <a:ext cx="1280160" cy="438912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5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5568696"/>
            <a:ext cx="9966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564184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Click Create. In the confirmation dialog, click Open to go to the project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Note: For DITA projects, select only Authors, Reviewers, or Publishers roles. Only Authors/Publishers can initiate review tasks.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Send Topics for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review-send-topics-for-review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From the Assets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Navigate to the folder containing DITA topics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Use the Select icon to pick one or more DITA topics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Click Create Review Task in the toolbar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Fill in the review task details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Select the DITA project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Choose reviewers from within the project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Assign to individual users or user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57607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7607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From the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Open a DITA topic or map in the Editor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Use the review option from within the Editor to initiate a review task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Fill in the same Create Review Task dialog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14300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Review Task Dialog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Review Title — a descriptive name for the review task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Select Project — choose the DITA project to associate with this review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Reviewers — select users from within the project who will review the topics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Due Date — set a deadline by which reviewers must submit their feedback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Description — provide context or instructions for the reviewers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Topics — list of DITA topics included in this review task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Assign To — assign topics to individual reviewers (if you are a project admin)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Review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review-topics  |  Reviewer's Perspective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033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Accessing the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429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Receive email with a direct link to the review page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Or open the notification in the AEM inbox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Clicking the link opens the review interface with all assigned topics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Views Available: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Composite View — all topics shown as a single continuous document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Individual Topic View — each topic reviewed separately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7033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Comment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429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Insertion — highlight proposed additions to text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Deletion — mark text suggested for removal (strikethrough)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Highlight — draw attention to specific content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Sticky Note — add contextual notes without suggesting changes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Attach files to review comments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Reply to comments and tag other reviewers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Download comment attachments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See comments from other reviewers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7033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Filtering &amp; Managing 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429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Filter comments by type, reviewer, or version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Navigate to a comment location by clicking it in the panel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Reply to or resolve individual comments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View differences between topic versions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See all comments and replies from all reviewers in real time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Tag users in comments for faster action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Tagged users notified via AEM and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Reassign Review Task Using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reassign-review-using-notification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600200"/>
            <a:ext cx="10515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6916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Open the AEM Inbox notification for the assigned review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0008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350008"/>
            <a:ext cx="10515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44144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 the notification, click the Reassign icon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9815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6382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099815"/>
            <a:ext cx="10515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19125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Select another user from the same DITA project to reassign the task 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49624"/>
            <a:ext cx="10515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941063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The task is removed from your Inbox and a new notification is sent to the new assignee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114300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3775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B1C24"/>
                </a:solidFill>
              </a:rPr>
              <a:t>Important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578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Only Reviewer tasks can be reassigned using notification — Owner tasks cannot be reassigned this way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Reassignment can only be done to individual users, not groups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The new assignee must be a member of the same DITA project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The new assignee receives an instant notification about the reassigned review 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the Review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review-complete-review-tasks  |  As a Reviewer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508760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5819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 the review task from the notification or AEM Inbox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85415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9423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185415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2585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Review all assigned topics and add your comments and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62072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26079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2862072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93522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Select Mark as done at the top of the review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38727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02735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3538727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611879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 Complete task dialog appears — you can add final task-level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15383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7939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215383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42885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Click Complete to finish the review 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417320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5604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4892040"/>
            <a:ext cx="9784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9651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task status changes to Completed and the author/initiator is notified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Note: Once marked as completed, no further comments or actions are allowed by the reviewer.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Address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review-address-review-comments  |  As an Author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Accessing Comments in the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Open the Editor and access the Review panel from the right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Select the review task from the dropdown in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View Insertion, Deletion, and Highlight comments in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Filter comments by type, reviewer, or version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Address comments in the editor and mark them as resolved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Updates are only visible to reviewers of that specific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57607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7607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Accept / Reject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For inserted or deleted text, Accept and Reject options appear in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Click Accept to incorporate the suggestion — comment is marked as addressed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Click Reject to discard the suggestion without making the change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Once accepted or rejected, the comment status updates accordingly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Authors can address comments independently for each review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1430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114300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6907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Additional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11155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Import comments into the version that was shared for review (auto-import supported)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See side-by-side differences between different versions of topics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Reply to reviewer comments directly from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Mark individual comments as resolved after addressing them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Use the Review panel to track which comments have been addressed and which are still open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Authors can see comments from all reviewers across all versions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Request a Re-review or Close a Review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review-close-review-task  |  As an Author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6362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508760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572768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When the review task is marked Completed by reviewers, the author/initiator receives a notification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9696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139696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203703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Open the Editor and navigate to the Review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0632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2549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2770632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834639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Select the relevant completed review task from the Active task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5643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3401568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465575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Click Update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32504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8736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032504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409651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In the dialog, choose Close review to close the task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18303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4663440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727448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Alternatively, choose Request re-review if additional changes are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94375"/>
            <a:ext cx="1417320" cy="42062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49239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5294375"/>
            <a:ext cx="9784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5358383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Click Confirm — the task status updates to Closed and all participants are notified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Note: Once a review task is Closed, comments can only be viewed in read-only mode.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Manage Review Tasks – Review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review-manage-tasks-review-dashboard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576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Accessing the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832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From the Projects console, select the project to display the task tiles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Or access from the left panel of the Editor via the Review panel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Only the Author (initiator) can manage review tasks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Tasks appear from newest to oldest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Dashboard shows per task: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Task name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Who started the review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Start / Due dates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Status: In Progress or Closed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Number of new comments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Reviewers involved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6576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Task Tab (Edit Properties)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20240"/>
            <a:ext cx="33832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Modify task title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Assign default reviewers (Assign To dropdown)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Update task description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Modify due date (prepone or postpone)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Restrict users to assigned topics only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Click Update to save changes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Click Complete to mark task as complete before due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37947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7947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Content &amp; Reviewers Tabs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920240"/>
            <a:ext cx="35204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Content Tab: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Displays the list of topics included in the review task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Add or remove topics from the review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Reviewers Tab: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Add or remove reviewers for the task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Assign reviewers to specific topics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Other Actions: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Filter tasks in the Review Dashboard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Edit task properties at any time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Delete a review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View a Completed Review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review-view-completed-task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Author Experience (Closed Task)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Completed review tasks appear in the Closed tasks section of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Comments in closed/completed tasks are read-only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Authors cannot accept, reject, reply to, or delete any comments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Icons for Outdated Comments and Import Comments into Author View are hidden/disabled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Revert topic / Import topic feature is disabled after the review is complete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Authors can still search/filter comments in the Review panel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Authors can download attachments from comments but cannot upload or delete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57607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76072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C"/>
                </a:solidFill>
              </a:rPr>
              <a:t>Reviewer Experience (Completed Task)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The comments panel shows an indicator that the review has ended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The comments toolbar (for highlights, strikethroughs, etc.) is hidden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No new comments, highlights, or strikethroughs can be added or modified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Replies and contextual toolbar for text markup are disabled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Outdated Comments icon is not shown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Reviewers can still search or filter comments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Task-level comments are visible in the Task Comments dialog (read-only)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806440"/>
            <a:ext cx="11430000" cy="502920"/>
          </a:xfrm>
          <a:prstGeom prst="rect">
            <a:avLst/>
          </a:prstGeom>
          <a:solidFill>
            <a:srgbClr val="E8F4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3387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</a:rPr>
              <a:t>Key Takeaway: Once a review task is closed, the entire review is in read-only mode. Comments can be viewed for reference but no further interactions are permitted.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Understanding Review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experienceleague.adobe.com › review-understanding-review-notifications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576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How Notifications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83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Notifications are delivered as: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AEM interface notifications (notification bell / Inbox)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Email notifications to the registered address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Notification types include: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Review task assignment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Review completion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Re-review requests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Reviewer unassignment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Tags/mentions in comments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7947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79476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002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AEM Inbox &amp; Notification Bell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20240"/>
            <a:ext cx="3520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• The notification bell at the top of the AEM interface shows the count of unread items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Click the bell or go to Inbox to view all notifications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Take action on review tasks directly from the notification panel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Inbox supports List View and Calendar View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Clicking a notification link opens the review interface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Notifications support both assignee and mentions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36576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Notification Triggers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383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2E"/>
                </a:solidFill>
              </a:rPr>
              <a:t>When review task is created/assigned: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Reviewer gets AEM + email notification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When a reviewer is reassigned: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New reviewer notified instantly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When reviewer completes the task: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Author/initiator is notified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When a user is tagged in a comment: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Tagged user notified via AEM and email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When task is closed:</a:t>
            </a:r>
          </a:p>
          <a:p>
            <a:pPr algn="l"/>
            <a:r>
              <a:rPr sz="1100">
                <a:solidFill>
                  <a:srgbClr val="1A1A2E"/>
                </a:solidFill>
              </a:rPr>
              <a:t>• All participants are notified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Review Workflow – End-to-End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46304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Create DITA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Set up project with Authors,
Reviewers, Publishers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554480"/>
            <a:ext cx="14630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Send for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Author sends topics/maps;
fills in task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554480"/>
            <a:ext cx="146304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Reviewer Notified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Reviewer gets AEM
&amp; email 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554480"/>
            <a:ext cx="14630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Review Topics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Reviewer adds comments:
Insert, Delete, Highlight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554480"/>
            <a:ext cx="146304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Complete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Reviewer clicks
'Mark as done'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544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1554480"/>
            <a:ext cx="14630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Author Addresses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Author accepts/rejects
comments in Editor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1764792"/>
            <a:ext cx="36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C2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554480"/>
            <a:ext cx="1463040" cy="5029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15727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Close Task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10312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2176272"/>
            <a:ext cx="13167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Author closes task;
all notified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114300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703320"/>
            <a:ext cx="11430000" cy="3657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79475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Key 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Only Authors or Publishers from the DITA project can initiate review tasks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 review task can contain one or more topics; reviewers can be assigned to specific topics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Reviewers can reassign their tasks to other users in the same project via the inbox notification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Once a reviewer marks the task as complete, the author is notified and can close or request re-review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All comments become read-only once the review task is closed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The Review Dashboard gives the author/initiator full visibility and control over all review tasks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Notifications are delivered both as AEM inbox notifications and email notifications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Adobe Experience Manager Guides | Review Feature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4572000" cy="4572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Introduction to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Create a DITA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https://experienceleague.adobe.com/en/docs/experience-manager-guides/using/user-guide/review/authoring-create-dita-project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Send Topics for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https://experienceleague.adobe.com/en/docs/experience-manager-guides/using/user-guide/review/review-send-topics-for-review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Review 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Reassign Review Using 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https://experienceleague.adobe.com/en/docs/experience-manager-guides/using/user-guide/review/reassign-review-using-notification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54864" cy="4114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Complete the Review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https://experienceleague.adobe.com/en/docs/experience-manager-guides/using/user-guide/review/review-complete-review-tasks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005840"/>
            <a:ext cx="54864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Address Review Comments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https://experienceleague.adobe.com/en/docs/experience-manager-guides/using/user-guide/review/review-address-review-comments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54864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Close a Review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https://experienceleague.adobe.com/en/docs/experience-manager-guides/using/user-guide/review/review-close-review-task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51760"/>
            <a:ext cx="54864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Manage Review Tasks – Review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https://experienceleague.adobe.com/en/docs/experience-manager-guides/using/user-guide/review/review-manage-tasks-review-dashboard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474720"/>
            <a:ext cx="54864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View a Completed Review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49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https://experienceleague.adobe.com/en/docs/experience-manager-guides/using/user-guide/review/review-view-completed-task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297680"/>
            <a:ext cx="54864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Understanding Review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72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BBFF"/>
                </a:solidFill>
              </a:rPr>
              <a:t>https://experienceleague.adobe.com/en/docs/experience-manager-guides/using/user-guide/review/review-understanding-review-notifications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96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All content sourced directly from Adobe Experience League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