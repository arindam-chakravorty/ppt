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371600"/>
            <a:ext cx="9966960" cy="4114800"/>
          </a:xfrm>
          <a:prstGeom prst="rect">
            <a:avLst/>
          </a:prstGeom>
          <a:solidFill>
            <a:srgbClr val="FFFFFF"/>
          </a:solidFill>
          <a:ln w="6350">
            <a:solidFill>
              <a:srgbClr val="4444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B1C24"/>
                </a:solidFill>
              </a:rPr>
              <a:t>Adobe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92024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1A2E"/>
                </a:solidFill>
              </a:rPr>
              <a:t>Experience Manager Guides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514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A1A2E"/>
                </a:solidFill>
              </a:rPr>
              <a:t>Review 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493008"/>
            <a:ext cx="4572000" cy="457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44455"/>
                </a:solidFill>
              </a:rPr>
              <a:t>A complete walkthrough of the collaborative review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846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88899"/>
                </a:solidFill>
              </a:rPr>
              <a:t>Source: Adobe Experience League – AEM Guides User Guide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experienceleague.adobe.com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Topics covered in this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Introduction to Review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04288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5000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3957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Create a DITA Project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54096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99815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14553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Send Topics for 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03904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84962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8953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Review Topics (Reviewer's Perspective)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53712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99431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645151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Reassign Review Task Using Notification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303520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539495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Complete the Review Task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554480"/>
            <a:ext cx="50292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6002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6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Address Review Comments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304288"/>
            <a:ext cx="50292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35000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60" y="23957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Close a Review Task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054096"/>
            <a:ext cx="50292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099815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95160" y="314553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Manage Review Tasks – Review Dashboard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803904"/>
            <a:ext cx="50292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384962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38953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View a Completed Review Task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553712"/>
            <a:ext cx="50292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599431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4645151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Understanding Review Notifications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Introduction to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1A1A2E"/>
                </a:solidFill>
              </a:rPr>
              <a:t>AEM Guides provides a comprehensive review feature to simplify the process of reviewing technical documents.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148840"/>
            <a:ext cx="539496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148840"/>
            <a:ext cx="539496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402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For Authors / Initiators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60320"/>
            <a:ext cx="512064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Create DITA projects for review workflows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Send one or more topics in a single review task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Select topics based on latest version, date, label, or baseline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Share updated topic versions from the Review Dashboard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Access comments made on different versions of a topic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Tag users in comments; tagged users get AEM &amp; email notifications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Group and filter comments by topic version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Automatically import comments into the reviewed 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48840"/>
            <a:ext cx="576072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48840"/>
            <a:ext cx="57607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22402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For Reviewers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560320"/>
            <a:ext cx="5486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View all topics in a composite or individual topic view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Use commenting tools: insert, delete, highlight, add notes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Attach files to review comments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Reply to comments and tag other reviewers or the author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Download comment attachments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Use the Review Panel to add or respond to comments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See which version of a topic is under review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Receive notifications when a review task is assigned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Create a DITA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authoring-create-dita-project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6362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691640" y="1508760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1581912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Open the Projects console at http://&lt;server&gt;:&lt;port&gt;/projects.html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85415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24027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91640" y="2185415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225856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Select Create &gt; Project to launch the Create Project wizard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62072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91693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691640" y="2862072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2935224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Select the DITA Project template and click Next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38727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593591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91640" y="3538727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83080" y="3611879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On the Basic tab: enter Title, Description, Due Date, and an optional Thumbnail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15383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270247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1640" y="4215383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4288536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Add users by selecting the user and assigning a role: Authors, Reviewers, or Publishers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92040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946903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91640" y="4892040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83080" y="4965192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On the Advanced tab: provide a project Name (used in the project URL)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568696"/>
            <a:ext cx="1280160" cy="438912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62355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91640" y="5568696"/>
            <a:ext cx="99669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83080" y="5641848"/>
            <a:ext cx="9784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Click Create. In the confirmation dialog, click Open to go to the project page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</a:rPr>
              <a:t>Note: For DITA projects, select only Authors, Reviewers, or Publishers roles. Only Authors/Publishers can initiate review tasks.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Send Topics for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review-send-topics-for-review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539496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From the Assets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Navigate to the folder containing DITA topics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Use the Select icon to pick one or more DITA topics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Click Create Review Task in the toolbar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Fill in the review task details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Select the DITA project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Choose reviewers from within the project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Assign to individual users or user groups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508760"/>
            <a:ext cx="57607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508760"/>
            <a:ext cx="57607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From the 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920240"/>
            <a:ext cx="5486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Open a DITA topic or map in the Editor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Use the review option from within the Editor to initiate a review task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Fill in the same Create Review Task dialog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840480"/>
            <a:ext cx="1143000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840480"/>
            <a:ext cx="114300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93192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Review Task Dialog Fields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251960"/>
            <a:ext cx="11155680" cy="1828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Review Title — a descriptive name for the review task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Select Project — choose the DITA project to associate with this review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Reviewers — select users from within the project who will review the topics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Due Date — set a deadline by which reviewers must submit their feedback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Description — provide context or instructions for the reviewers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Topics — list of DITA topics included in this review task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Assign To — assign topics to individual reviewers (if you are a project admin)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Review 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review-topics  |  Reviewer's Perspective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370332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7033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Accessing the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429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Receive email with a direct link to the review page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Or open the notification in the AEM inbox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Clicking the link opens the review interface with all assigned topics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Views Available: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Composite View — all topics shown as a single continuous document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Individual Topic View — each topic reviewed separately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508760"/>
            <a:ext cx="370332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508760"/>
            <a:ext cx="37033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Comment Types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920240"/>
            <a:ext cx="3429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Insertion — highlight proposed additions to text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Deletion — mark text suggested for removal (strikethrough)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Highlight — draw attention to specific content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Sticky Note — add contextual notes without suggesting changes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Attach files to review comments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Reply to comments and tag other reviewers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Download comment attachments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See comments from other reviewers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508760"/>
            <a:ext cx="370332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508760"/>
            <a:ext cx="37033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1600200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Filtering &amp; Managing Comments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1920240"/>
            <a:ext cx="342900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Filter comments by type, reviewer, or version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Navigate to a comment location by clicking it in the panel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Reply to or resolve individual comments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View differences between topic versions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See all comments and replies from all reviewers in real time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Tag users in comments for faster action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Tagged users notified via AEM and email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Reassign Review Task Using Notification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reassign-review-using-notification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6420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600200"/>
            <a:ext cx="10515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1691640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Open the AEM Inbox notification for the assigned review task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50008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414015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350008"/>
            <a:ext cx="10515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2441448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In the notification, click the Reassign icon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99815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163823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099815"/>
            <a:ext cx="10515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3191256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Select another user from the same DITA project to reassign the task 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9624"/>
            <a:ext cx="50292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91363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3849624"/>
            <a:ext cx="10515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3941063"/>
            <a:ext cx="10241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The task is removed from your Inbox and a new notification is sent to the new assignee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46320"/>
            <a:ext cx="114300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4846320"/>
            <a:ext cx="114300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3775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B1C24"/>
                </a:solidFill>
              </a:rPr>
              <a:t>Important Notes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25780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Only Reviewer tasks can be reassigned using notification — Owner tasks cannot be reassigned this way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Reassignment can only be done to individual users, not groups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The new assignee must be a member of the same DITA project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The new assignee receives an instant notification about the reassigned review task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Complete the Review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review-complete-review-tasks  |  As a Reviewer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417320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72768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19" y="1508760"/>
            <a:ext cx="9784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581912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Open the review task from the notification or AEM Inbox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85415"/>
            <a:ext cx="1417320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249423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2185415"/>
            <a:ext cx="9784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25856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Review all assigned topics and add your comments and feedback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62072"/>
            <a:ext cx="1417320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926079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19" y="2862072"/>
            <a:ext cx="9784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65960" y="2935224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Select Mark as done at the top of the review page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38727"/>
            <a:ext cx="1417320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602735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19" y="3538727"/>
            <a:ext cx="9784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5960" y="3611879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A Complete task dialog appears — you can add final task-level comments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15383"/>
            <a:ext cx="1417320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279392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19" y="4215383"/>
            <a:ext cx="9784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0" y="4288536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Click Complete to finish the review task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892040"/>
            <a:ext cx="1417320" cy="43891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956048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19" y="4892040"/>
            <a:ext cx="978408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4965192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The task status changes to Completed and the author/initiator is notified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</a:rPr>
              <a:t>Note: Once marked as completed, no further comments or actions are allowed by the reviewer.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Address Review Comments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review-address-review-comments  |  As an Author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539496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Accessing Comments in the Editor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1206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Open the Editor and access the Review panel from the right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Select the review task from the dropdown in the Review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View Insertion, Deletion, and Highlight comments in the Review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Filter comments by type, reviewer, or version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Address comments in the editor and mark them as resolved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Updates are only visible to reviewers of that specific task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508760"/>
            <a:ext cx="576072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508760"/>
            <a:ext cx="57607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Accept / Reject Comments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920240"/>
            <a:ext cx="54864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For inserted or deleted text, Accept and Reject options appear in the Review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Click Accept to incorporate the suggestion — comment is marked as addressed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Click Reject to discard the suggestion without making the change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Once accepted or rejected, the comment status updates accordingly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Authors can address comments independently for each review task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977639"/>
            <a:ext cx="114300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977639"/>
            <a:ext cx="114300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06907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Additional Capabilities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389120"/>
            <a:ext cx="11155680" cy="1691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Import comments into the version that was shared for review (auto-import supported)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See side-by-side differences between different versions of topics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Reply to reviewer comments directly from the Review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Mark individual comments as resolved after addressing them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Use the Review panel to track which comments have been addressed and which are still open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Authors can see comments from all reviewers across all versions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Request a Re-review or Close a Review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review-close-review-task  |  As an Author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563624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4519" y="1508760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572768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When the review task is marked Completed by reviewers, the author/initiator receives a notification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39696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194560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2139696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5960" y="2203703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Open the Editor and navigate to the Review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70632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825496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19" y="2770632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65960" y="2834639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Select the relevant completed review task from the Active task list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401568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456432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19" y="3401568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5960" y="3465575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Click Update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032504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087368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19" y="4032504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5960" y="4096512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In the dialog, choose Close review to close the task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663440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718303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19" y="4663440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4727448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Alternatively, choose Request re-review if additional changes are needed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294375"/>
            <a:ext cx="1417320" cy="420624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349239"/>
            <a:ext cx="1417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Step 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5294375"/>
            <a:ext cx="978408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5960" y="5358383"/>
            <a:ext cx="9601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Click Confirm — the task status updates to Closed and all participants are notified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</a:rPr>
              <a:t>Note: Once a review task is Closed, comments can only be viewed in read-only mode.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Manage Review Tasks – Review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review-manage-tasks-review-dashboard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36576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6576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Accessing the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383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From the Projects console, select the project to display the task tiles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Or access from the left panel of the Editor via the Review panel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Only the Author (initiator) can manage review tasks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Tasks appear from newest to oldest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Dashboard shows per task: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Task name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Who started the review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Start / Due dates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Status: In Progress or Closed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Number of new comments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Reviewers involved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508760"/>
            <a:ext cx="36576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508760"/>
            <a:ext cx="36576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600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Task Tab (Edit Properties)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920240"/>
            <a:ext cx="338328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Modify task title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Assign default reviewers (Assign To dropdown)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Update task description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Modify due date (prepone or postpone)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Restrict users to assigned topics only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Click Update to save changes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Click Complete to mark task as complete before due date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508760"/>
            <a:ext cx="379476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508760"/>
            <a:ext cx="379476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6002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Content &amp; Reviewers Tabs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1920240"/>
            <a:ext cx="352044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Content Tab: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Displays the list of topics included in the review task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Add or remove topics from the review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Reviewers Tab: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Add or remove reviewers for the task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Assign reviewers to specific topics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Other Actions: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Filter tasks in the Review Dashboard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Edit task properties at any time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Delete a review task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View a Completed Review Task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review-view-completed-task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39496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539496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Author Experience (Closed Task)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12064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Completed review tasks appear in the Closed tasks section of the Review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Comments in closed/completed tasks are read-only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Authors cannot accept, reject, reply to, or delete any comments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Icons for Outdated Comments and Import Comments into Author View are hidden/disabled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Revert topic / Import topic feature is disabled after the review is complete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Authors can still search/filter comments in the Review panel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Authors can download attachments from comments but cannot upload or delete them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508760"/>
            <a:ext cx="576072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508760"/>
            <a:ext cx="576072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7ACC"/>
                </a:solidFill>
              </a:rPr>
              <a:t>Reviewer Experience (Completed Task)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920240"/>
            <a:ext cx="5486400" cy="3611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The comments panel shows an indicator that the review has ended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The comments toolbar (for highlights, strikethroughs, etc.) is hidden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No new comments, highlights, or strikethroughs can be added or modified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Replies and contextual toolbar for text markup are disabled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Outdated Comments icon is not shown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Reviewers can still search or filter comments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Task-level comments are visible in the Task Comments dialog (read-only)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806440"/>
            <a:ext cx="11430000" cy="502920"/>
          </a:xfrm>
          <a:prstGeom prst="rect">
            <a:avLst/>
          </a:prstGeom>
          <a:solidFill>
            <a:srgbClr val="E8F4FF"/>
          </a:solidFill>
          <a:ln w="95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833872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ACC"/>
                </a:solidFill>
              </a:rPr>
              <a:t>Key Takeaway: Once a review task is closed, the entire review is in read-only mode. Comments can be viewed for reference but no further interactions are permitted.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Understanding Review Notifications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experienceleague.adobe.com › review-understanding-review-notifications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365760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6576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How Notifications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3832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Notifications are delivered as: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AEM interface notifications (notification bell / Inbox)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Email notifications to the registered address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Notification types include: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Review task assignment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Review completion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Re-review requests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Reviewer unassignment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Tags/mentions in comments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508760"/>
            <a:ext cx="379476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508760"/>
            <a:ext cx="379476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1600200"/>
            <a:ext cx="3520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AEM Inbox &amp; Notification Bell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1920240"/>
            <a:ext cx="35204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• The notification bell at the top of the AEM interface shows the count of unread items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Click the bell or go to Inbox to view all notifications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Take action on review tasks directly from the notification panel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Inbox supports List View and Calendar View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Clicking a notification link opens the review interface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Notifications support both assignee and mentions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508760"/>
            <a:ext cx="365760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508760"/>
            <a:ext cx="36576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00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ACC"/>
                </a:solidFill>
              </a:rPr>
              <a:t>Notification Triggers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38328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2E"/>
                </a:solidFill>
              </a:rPr>
              <a:t>When review task is created/assigned: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Reviewer gets AEM + email notification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When a reviewer is reassigned: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New reviewer notified instantly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When reviewer completes the task: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Author/initiator is notified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When a user is tagged in a comment: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Tagged user notified via AEM and email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/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When task is closed:</a:t>
            </a:r>
          </a:p>
          <a:p>
            <a:pPr algn="l"/>
            <a:r>
              <a:rPr sz="1100">
                <a:solidFill>
                  <a:srgbClr val="1A1A2E"/>
                </a:solidFill>
              </a:rPr>
              <a:t>• All participants are notified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0"/>
            <a:ext cx="12188952" cy="54864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Review Workflow – End-to-End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54480"/>
            <a:ext cx="146304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Create DITA Project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Set up project with Authors,
Reviewers, Publishers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6504" y="1764792"/>
            <a:ext cx="36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B1C24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1554480"/>
            <a:ext cx="146304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Send for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8308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5623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Author sends topics/maps;
fills in task details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1764792"/>
            <a:ext cx="36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B1C24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1554480"/>
            <a:ext cx="146304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3756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Reviewer Notified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6499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Reviewer gets AEM
&amp; email notification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64024" y="1764792"/>
            <a:ext cx="36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B1C24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00600" y="1554480"/>
            <a:ext cx="146304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Review Topics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060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375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Reviewer adds comments:
Insert, Delete, Highlight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72783" y="1764792"/>
            <a:ext cx="36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B1C24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60" y="1554480"/>
            <a:ext cx="146304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Complete Review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Reviewer clicks
'Mark as done'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81544" y="1764792"/>
            <a:ext cx="36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B1C24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1554480"/>
            <a:ext cx="146304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Author Addresses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9127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Author accepts/rejects
comments in Editor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90304" y="1764792"/>
            <a:ext cx="365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B1C24"/>
                </a:solidFill>
              </a:rPr>
              <a:t>→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26880" y="1554480"/>
            <a:ext cx="1463040" cy="5029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72600" y="1572768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Close Task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326880" y="2103120"/>
            <a:ext cx="146304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00032" y="2176272"/>
            <a:ext cx="1316736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A1A2E"/>
                </a:solidFill>
              </a:rPr>
              <a:t>Author closes task;
all notified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03320"/>
            <a:ext cx="1143000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5760" y="3703320"/>
            <a:ext cx="11430000" cy="36576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794759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E2E"/>
                </a:solidFill>
              </a:rPr>
              <a:t>Key Points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114800"/>
            <a:ext cx="11155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>
                <a:solidFill>
                  <a:srgbClr val="1A1A2E"/>
                </a:solidFill>
              </a:rPr>
              <a:t>• Only Authors or Publishers from the DITA project can initiate review tasks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 review task can contain one or more topics; reviewers can be assigned to specific topics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Reviewers can reassign their tasks to other users in the same project via the inbox notification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Once a reviewer marks the task as complete, the author is notified and can close or request re-review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All comments become read-only once the review task is closed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The Review Dashboard gives the author/initiator full visibility and control over all review tasks</a:t>
            </a:r>
          </a:p>
          <a:p>
            <a:pPr algn="l"/>
            <a:r>
              <a:rPr sz="1150">
                <a:solidFill>
                  <a:srgbClr val="1A1A2E"/>
                </a:solidFill>
              </a:rPr>
              <a:t>• Notifications are delivered both as AEM inbox notifications and email notifications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AAAA"/>
                </a:solidFill>
              </a:rPr>
              <a:t>Adobe Experience Manager Guides | Review Feature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822960"/>
            <a:ext cx="4572000" cy="4572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54864" cy="41148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005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Introduction to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54864" cy="41148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Create a DITA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https://experienceleague.adobe.com/en/docs/experience-manager-guides/using/user-guide/review/authoring-create-dita-project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54864" cy="41148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Send Topics for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260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https://experienceleague.adobe.com/en/docs/experience-manager-guides/using/user-guide/review/review-send-topics-for-review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74720"/>
            <a:ext cx="54864" cy="41148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74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Review Topics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749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https://experienceleague.adobe.com/en/docs/experience-manager-guides/using/user-guide/review/review-topics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97680"/>
            <a:ext cx="54864" cy="41148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2976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Reassign Review Using Notification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https://experienceleague.adobe.com/en/docs/experience-manager-guides/using/user-guide/review/reassign-review-using-notification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120640"/>
            <a:ext cx="54864" cy="41148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1206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Complete the Review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94959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https://experienceleague.adobe.com/en/docs/experience-manager-guides/using/user-guide/review/review-complete-review-tasks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005840"/>
            <a:ext cx="54864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0058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Address Review Comments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280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https://experienceleague.adobe.com/en/docs/experience-manager-guides/using/user-guide/review/review-address-review-comments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1828800"/>
            <a:ext cx="54864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8288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Close a Review Task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103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https://experienceleague.adobe.com/en/docs/experience-manager-guides/using/user-guide/review/review-close-review-task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651760"/>
            <a:ext cx="54864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26517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Manage Review Tasks – Review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9260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https://experienceleague.adobe.com/en/docs/experience-manager-guides/using/user-guide/review/review-manage-tasks-review-dashboard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3474720"/>
            <a:ext cx="54864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3474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View a Completed Review Task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7490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https://experienceleague.adobe.com/en/docs/experience-manager-guides/using/user-guide/review/review-view-completed-task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60" y="4297680"/>
            <a:ext cx="54864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42976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Understanding Review Notifications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45720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88BBFF"/>
                </a:solidFill>
              </a:rPr>
              <a:t>https://experienceleague.adobe.com/en/docs/experience-manager-guides/using/user-guide/review/review-understanding-review-notifications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EB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51967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All content sourced directly from Adobe Experience League 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